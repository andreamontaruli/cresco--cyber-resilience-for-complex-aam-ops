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9D647B16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1530032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senza titolo" id="{CED273E1-399C-4F07-9338-F96B44C661D7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1339" userDrawn="1">
          <p15:clr>
            <a:srgbClr val="A4A3A4"/>
          </p15:clr>
        </p15:guide>
        <p15:guide id="2" pos="482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E1D388-359F-C74D-0B6D-58E3C6D5A106}" name="Andrea Montaruli" initials="AM" userId="S::andrea.montaruli@uniroma1.it::845b0286-f541-48a9-8109-d3d5fcd0c65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A900"/>
    <a:srgbClr val="CCECFF"/>
    <a:srgbClr val="375C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89174" autoAdjust="0"/>
  </p:normalViewPr>
  <p:slideViewPr>
    <p:cSldViewPr snapToGrid="0" showGuides="1">
      <p:cViewPr>
        <p:scale>
          <a:sx n="33" d="100"/>
          <a:sy n="33" d="100"/>
        </p:scale>
        <p:origin x="2556" y="-2394"/>
      </p:cViewPr>
      <p:guideLst>
        <p:guide orient="horz" pos="11339"/>
        <p:guide pos="48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00_9D647B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EC042A7-20CC-40F8-9C0D-92F563EB12D0}" authorId="{F9E1D388-359F-C74D-0B6D-58E3C6D5A106}" created="2025-11-05T16:47:39.00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640608022" sldId="256"/>
      <ac:picMk id="35" creationId="{902339B4-4800-A429-7359-8C9A6CF85559}"/>
    </ac:deMkLst>
    <p188:txBody>
      <a:bodyPr/>
      <a:lstStyle/>
      <a:p>
        <a:r>
          <a:rPr lang="en-US"/>
          <a:t>GitHUB o zenodo</a:t>
        </a:r>
      </a:p>
    </p188:txBody>
  </p188:cm>
  <p188:cm id="{37A9A64D-EEA3-4C68-A8A4-F1E53F3A7207}" authorId="{F9E1D388-359F-C74D-0B6D-58E3C6D5A106}" created="2025-11-05T16:49:39.73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640608022" sldId="256"/>
      <ac:spMk id="193" creationId="{CC4D9515-3EEC-BFEF-1E42-289EBE0665D7}"/>
    </ac:deMkLst>
    <p188:replyLst>
      <p188:reply id="{A3533E34-4D28-4079-9AA9-DCDFED9F2775}" authorId="{F9E1D388-359F-C74D-0B6D-58E3C6D5A106}" created="2025-11-05T16:53:21.220">
        <p188:txBody>
          <a:bodyPr/>
          <a:lstStyle/>
          <a:p>
            <a:r>
              <a:rPr lang="en-US"/>
              <a:t>Il primo va al centro e gli altri lo puntano </a:t>
            </a:r>
          </a:p>
        </p188:txBody>
      </p188:reply>
    </p188:replyLst>
    <p188:txBody>
      <a:bodyPr/>
      <a:lstStyle/>
      <a:p>
        <a:r>
          <a:rPr lang="en-US"/>
          <a:t>I cerchi devono essere tondi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AFB0B-1423-4845-B455-F72A95BEE150}" type="datetimeFigureOut">
              <a:rPr lang="it-IT" smtClean="0"/>
              <a:t>05/11/2025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773363" y="1143000"/>
            <a:ext cx="1311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53AD4-E959-41AF-851E-EDF31FC6301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5059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Damiano taurino + </a:t>
            </a:r>
            <a:r>
              <a:rPr lang="it-IT" dirty="0" err="1"/>
              <a:t>mentors</a:t>
            </a:r>
            <a:r>
              <a:rPr lang="it-IT"/>
              <a:t> + Urban V partner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53AD4-E959-41AF-851E-EDF31FC63018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8013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7525" y="5891626"/>
            <a:ext cx="13005276" cy="12533242"/>
          </a:xfrm>
        </p:spPr>
        <p:txBody>
          <a:bodyPr anchor="b"/>
          <a:lstStyle>
            <a:lvl1pPr algn="ctr">
              <a:defRPr sz="1004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2541" y="18908198"/>
            <a:ext cx="11475244" cy="8691601"/>
          </a:xfrm>
        </p:spPr>
        <p:txBody>
          <a:bodyPr/>
          <a:lstStyle>
            <a:lvl1pPr marL="0" indent="0" algn="ctr">
              <a:buNone/>
              <a:defRPr sz="4016"/>
            </a:lvl1pPr>
            <a:lvl2pPr marL="765033" indent="0" algn="ctr">
              <a:buNone/>
              <a:defRPr sz="3347"/>
            </a:lvl2pPr>
            <a:lvl3pPr marL="1530066" indent="0" algn="ctr">
              <a:buNone/>
              <a:defRPr sz="3012"/>
            </a:lvl3pPr>
            <a:lvl4pPr marL="2295098" indent="0" algn="ctr">
              <a:buNone/>
              <a:defRPr sz="2677"/>
            </a:lvl4pPr>
            <a:lvl5pPr marL="3060131" indent="0" algn="ctr">
              <a:buNone/>
              <a:defRPr sz="2677"/>
            </a:lvl5pPr>
            <a:lvl6pPr marL="3825164" indent="0" algn="ctr">
              <a:buNone/>
              <a:defRPr sz="2677"/>
            </a:lvl6pPr>
            <a:lvl7pPr marL="4590197" indent="0" algn="ctr">
              <a:buNone/>
              <a:defRPr sz="2677"/>
            </a:lvl7pPr>
            <a:lvl8pPr marL="5355229" indent="0" algn="ctr">
              <a:buNone/>
              <a:defRPr sz="2677"/>
            </a:lvl8pPr>
            <a:lvl9pPr marL="6120262" indent="0" algn="ctr">
              <a:buNone/>
              <a:defRPr sz="2677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46F3-2DD9-0343-89D4-DC2DC4F2F08B}" type="datetimeFigureOut">
              <a:rPr lang="nl-BE" smtClean="0"/>
              <a:t>5/11/2025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8E7F-C620-0042-9664-B5B31BE0193C}" type="slidenum">
              <a:rPr lang="nl-BE" smtClean="0"/>
              <a:t>‹N›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31385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46F3-2DD9-0343-89D4-DC2DC4F2F08B}" type="datetimeFigureOut">
              <a:rPr lang="nl-BE" smtClean="0"/>
              <a:t>5/11/2025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8E7F-C620-0042-9664-B5B31BE0193C}" type="slidenum">
              <a:rPr lang="nl-BE" smtClean="0"/>
              <a:t>‹N›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84846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929" y="8974945"/>
            <a:ext cx="13196530" cy="14974888"/>
          </a:xfrm>
        </p:spPr>
        <p:txBody>
          <a:bodyPr anchor="b"/>
          <a:lstStyle>
            <a:lvl1pPr>
              <a:defRPr sz="1004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929" y="24091502"/>
            <a:ext cx="13196530" cy="7874940"/>
          </a:xfrm>
        </p:spPr>
        <p:txBody>
          <a:bodyPr/>
          <a:lstStyle>
            <a:lvl1pPr marL="0" indent="0">
              <a:buNone/>
              <a:defRPr sz="4016">
                <a:solidFill>
                  <a:schemeClr val="tx1"/>
                </a:solidFill>
              </a:defRPr>
            </a:lvl1pPr>
            <a:lvl2pPr marL="765033" indent="0">
              <a:buNone/>
              <a:defRPr sz="3347">
                <a:solidFill>
                  <a:schemeClr val="tx1">
                    <a:tint val="75000"/>
                  </a:schemeClr>
                </a:solidFill>
              </a:defRPr>
            </a:lvl2pPr>
            <a:lvl3pPr marL="1530066" indent="0">
              <a:buNone/>
              <a:defRPr sz="3012">
                <a:solidFill>
                  <a:schemeClr val="tx1">
                    <a:tint val="75000"/>
                  </a:schemeClr>
                </a:solidFill>
              </a:defRPr>
            </a:lvl3pPr>
            <a:lvl4pPr marL="2295098" indent="0">
              <a:buNone/>
              <a:defRPr sz="2677">
                <a:solidFill>
                  <a:schemeClr val="tx1">
                    <a:tint val="75000"/>
                  </a:schemeClr>
                </a:solidFill>
              </a:defRPr>
            </a:lvl4pPr>
            <a:lvl5pPr marL="3060131" indent="0">
              <a:buNone/>
              <a:defRPr sz="2677">
                <a:solidFill>
                  <a:schemeClr val="tx1">
                    <a:tint val="75000"/>
                  </a:schemeClr>
                </a:solidFill>
              </a:defRPr>
            </a:lvl5pPr>
            <a:lvl6pPr marL="3825164" indent="0">
              <a:buNone/>
              <a:defRPr sz="2677">
                <a:solidFill>
                  <a:schemeClr val="tx1">
                    <a:tint val="75000"/>
                  </a:schemeClr>
                </a:solidFill>
              </a:defRPr>
            </a:lvl6pPr>
            <a:lvl7pPr marL="4590197" indent="0">
              <a:buNone/>
              <a:defRPr sz="2677">
                <a:solidFill>
                  <a:schemeClr val="tx1">
                    <a:tint val="75000"/>
                  </a:schemeClr>
                </a:solidFill>
              </a:defRPr>
            </a:lvl7pPr>
            <a:lvl8pPr marL="5355229" indent="0">
              <a:buNone/>
              <a:defRPr sz="2677">
                <a:solidFill>
                  <a:schemeClr val="tx1">
                    <a:tint val="75000"/>
                  </a:schemeClr>
                </a:solidFill>
              </a:defRPr>
            </a:lvl8pPr>
            <a:lvl9pPr marL="6120262" indent="0">
              <a:buNone/>
              <a:defRPr sz="26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46F3-2DD9-0343-89D4-DC2DC4F2F08B}" type="datetimeFigureOut">
              <a:rPr lang="nl-BE" smtClean="0"/>
              <a:t>5/11/2025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8E7F-C620-0042-9664-B5B31BE0193C}" type="slidenum">
              <a:rPr lang="nl-BE" smtClean="0"/>
              <a:t>‹N›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82571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1897" y="9583264"/>
            <a:ext cx="6502638" cy="2284150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45790" y="9583264"/>
            <a:ext cx="6502638" cy="2284150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46F3-2DD9-0343-89D4-DC2DC4F2F08B}" type="datetimeFigureOut">
              <a:rPr lang="nl-BE" smtClean="0"/>
              <a:t>5/11/2025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8E7F-C620-0042-9664-B5B31BE0193C}" type="slidenum">
              <a:rPr lang="nl-BE" smtClean="0"/>
              <a:t>‹N›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58596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3890" y="1916661"/>
            <a:ext cx="13196530" cy="6958285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3892" y="8824938"/>
            <a:ext cx="6472754" cy="4324966"/>
          </a:xfrm>
        </p:spPr>
        <p:txBody>
          <a:bodyPr anchor="b"/>
          <a:lstStyle>
            <a:lvl1pPr marL="0" indent="0">
              <a:buNone/>
              <a:defRPr sz="4016" b="1"/>
            </a:lvl1pPr>
            <a:lvl2pPr marL="765033" indent="0">
              <a:buNone/>
              <a:defRPr sz="3347" b="1"/>
            </a:lvl2pPr>
            <a:lvl3pPr marL="1530066" indent="0">
              <a:buNone/>
              <a:defRPr sz="3012" b="1"/>
            </a:lvl3pPr>
            <a:lvl4pPr marL="2295098" indent="0">
              <a:buNone/>
              <a:defRPr sz="2677" b="1"/>
            </a:lvl4pPr>
            <a:lvl5pPr marL="3060131" indent="0">
              <a:buNone/>
              <a:defRPr sz="2677" b="1"/>
            </a:lvl5pPr>
            <a:lvl6pPr marL="3825164" indent="0">
              <a:buNone/>
              <a:defRPr sz="2677" b="1"/>
            </a:lvl6pPr>
            <a:lvl7pPr marL="4590197" indent="0">
              <a:buNone/>
              <a:defRPr sz="2677" b="1"/>
            </a:lvl7pPr>
            <a:lvl8pPr marL="5355229" indent="0">
              <a:buNone/>
              <a:defRPr sz="2677" b="1"/>
            </a:lvl8pPr>
            <a:lvl9pPr marL="6120262" indent="0">
              <a:buNone/>
              <a:defRPr sz="2677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3892" y="13149904"/>
            <a:ext cx="6472754" cy="1934152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45790" y="8824938"/>
            <a:ext cx="6504631" cy="4324966"/>
          </a:xfrm>
        </p:spPr>
        <p:txBody>
          <a:bodyPr anchor="b"/>
          <a:lstStyle>
            <a:lvl1pPr marL="0" indent="0">
              <a:buNone/>
              <a:defRPr sz="4016" b="1"/>
            </a:lvl1pPr>
            <a:lvl2pPr marL="765033" indent="0">
              <a:buNone/>
              <a:defRPr sz="3347" b="1"/>
            </a:lvl2pPr>
            <a:lvl3pPr marL="1530066" indent="0">
              <a:buNone/>
              <a:defRPr sz="3012" b="1"/>
            </a:lvl3pPr>
            <a:lvl4pPr marL="2295098" indent="0">
              <a:buNone/>
              <a:defRPr sz="2677" b="1"/>
            </a:lvl4pPr>
            <a:lvl5pPr marL="3060131" indent="0">
              <a:buNone/>
              <a:defRPr sz="2677" b="1"/>
            </a:lvl5pPr>
            <a:lvl6pPr marL="3825164" indent="0">
              <a:buNone/>
              <a:defRPr sz="2677" b="1"/>
            </a:lvl6pPr>
            <a:lvl7pPr marL="4590197" indent="0">
              <a:buNone/>
              <a:defRPr sz="2677" b="1"/>
            </a:lvl7pPr>
            <a:lvl8pPr marL="5355229" indent="0">
              <a:buNone/>
              <a:defRPr sz="2677" b="1"/>
            </a:lvl8pPr>
            <a:lvl9pPr marL="6120262" indent="0">
              <a:buNone/>
              <a:defRPr sz="2677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45790" y="13149904"/>
            <a:ext cx="6504631" cy="1934152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46F3-2DD9-0343-89D4-DC2DC4F2F08B}" type="datetimeFigureOut">
              <a:rPr lang="nl-BE" smtClean="0"/>
              <a:t>5/11/2025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8E7F-C620-0042-9664-B5B31BE0193C}" type="slidenum">
              <a:rPr lang="nl-BE" smtClean="0"/>
              <a:t>‹N›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73517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46F3-2DD9-0343-89D4-DC2DC4F2F08B}" type="datetimeFigureOut">
              <a:rPr lang="nl-BE" smtClean="0"/>
              <a:t>5/11/2025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8E7F-C620-0042-9664-B5B31BE0193C}" type="slidenum">
              <a:rPr lang="nl-BE" smtClean="0"/>
              <a:t>‹N›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81872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46F3-2DD9-0343-89D4-DC2DC4F2F08B}" type="datetimeFigureOut">
              <a:rPr lang="nl-BE" smtClean="0"/>
              <a:t>5/11/2025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8E7F-C620-0042-9664-B5B31BE0193C}" type="slidenum">
              <a:rPr lang="nl-BE" smtClean="0"/>
              <a:t>‹N›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97423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3890" y="2399982"/>
            <a:ext cx="4934753" cy="8399939"/>
          </a:xfrm>
        </p:spPr>
        <p:txBody>
          <a:bodyPr anchor="b"/>
          <a:lstStyle>
            <a:lvl1pPr>
              <a:defRPr sz="5355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4631" y="5183304"/>
            <a:ext cx="7745790" cy="25583147"/>
          </a:xfrm>
        </p:spPr>
        <p:txBody>
          <a:bodyPr/>
          <a:lstStyle>
            <a:lvl1pPr>
              <a:defRPr sz="5355"/>
            </a:lvl1pPr>
            <a:lvl2pPr>
              <a:defRPr sz="4685"/>
            </a:lvl2pPr>
            <a:lvl3pPr>
              <a:defRPr sz="4016"/>
            </a:lvl3pPr>
            <a:lvl4pPr>
              <a:defRPr sz="3347"/>
            </a:lvl4pPr>
            <a:lvl5pPr>
              <a:defRPr sz="3347"/>
            </a:lvl5pPr>
            <a:lvl6pPr>
              <a:defRPr sz="3347"/>
            </a:lvl6pPr>
            <a:lvl7pPr>
              <a:defRPr sz="3347"/>
            </a:lvl7pPr>
            <a:lvl8pPr>
              <a:defRPr sz="3347"/>
            </a:lvl8pPr>
            <a:lvl9pPr>
              <a:defRPr sz="3347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53890" y="10799922"/>
            <a:ext cx="4934753" cy="20008190"/>
          </a:xfrm>
        </p:spPr>
        <p:txBody>
          <a:bodyPr/>
          <a:lstStyle>
            <a:lvl1pPr marL="0" indent="0">
              <a:buNone/>
              <a:defRPr sz="2677"/>
            </a:lvl1pPr>
            <a:lvl2pPr marL="765033" indent="0">
              <a:buNone/>
              <a:defRPr sz="2343"/>
            </a:lvl2pPr>
            <a:lvl3pPr marL="1530066" indent="0">
              <a:buNone/>
              <a:defRPr sz="2008"/>
            </a:lvl3pPr>
            <a:lvl4pPr marL="2295098" indent="0">
              <a:buNone/>
              <a:defRPr sz="1673"/>
            </a:lvl4pPr>
            <a:lvl5pPr marL="3060131" indent="0">
              <a:buNone/>
              <a:defRPr sz="1673"/>
            </a:lvl5pPr>
            <a:lvl6pPr marL="3825164" indent="0">
              <a:buNone/>
              <a:defRPr sz="1673"/>
            </a:lvl6pPr>
            <a:lvl7pPr marL="4590197" indent="0">
              <a:buNone/>
              <a:defRPr sz="1673"/>
            </a:lvl7pPr>
            <a:lvl8pPr marL="5355229" indent="0">
              <a:buNone/>
              <a:defRPr sz="1673"/>
            </a:lvl8pPr>
            <a:lvl9pPr marL="6120262" indent="0">
              <a:buNone/>
              <a:defRPr sz="1673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46F3-2DD9-0343-89D4-DC2DC4F2F08B}" type="datetimeFigureOut">
              <a:rPr lang="nl-BE" smtClean="0"/>
              <a:t>5/11/2025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8E7F-C620-0042-9664-B5B31BE0193C}" type="slidenum">
              <a:rPr lang="nl-BE" smtClean="0"/>
              <a:t>‹N›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57844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3890" y="2399982"/>
            <a:ext cx="4934753" cy="8399939"/>
          </a:xfrm>
        </p:spPr>
        <p:txBody>
          <a:bodyPr anchor="b"/>
          <a:lstStyle>
            <a:lvl1pPr>
              <a:defRPr sz="5355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04631" y="5183304"/>
            <a:ext cx="7745790" cy="25583147"/>
          </a:xfrm>
        </p:spPr>
        <p:txBody>
          <a:bodyPr anchor="t"/>
          <a:lstStyle>
            <a:lvl1pPr marL="0" indent="0">
              <a:buNone/>
              <a:defRPr sz="5355"/>
            </a:lvl1pPr>
            <a:lvl2pPr marL="765033" indent="0">
              <a:buNone/>
              <a:defRPr sz="4685"/>
            </a:lvl2pPr>
            <a:lvl3pPr marL="1530066" indent="0">
              <a:buNone/>
              <a:defRPr sz="4016"/>
            </a:lvl3pPr>
            <a:lvl4pPr marL="2295098" indent="0">
              <a:buNone/>
              <a:defRPr sz="3347"/>
            </a:lvl4pPr>
            <a:lvl5pPr marL="3060131" indent="0">
              <a:buNone/>
              <a:defRPr sz="3347"/>
            </a:lvl5pPr>
            <a:lvl6pPr marL="3825164" indent="0">
              <a:buNone/>
              <a:defRPr sz="3347"/>
            </a:lvl6pPr>
            <a:lvl7pPr marL="4590197" indent="0">
              <a:buNone/>
              <a:defRPr sz="3347"/>
            </a:lvl7pPr>
            <a:lvl8pPr marL="5355229" indent="0">
              <a:buNone/>
              <a:defRPr sz="3347"/>
            </a:lvl8pPr>
            <a:lvl9pPr marL="6120262" indent="0">
              <a:buNone/>
              <a:defRPr sz="3347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53890" y="10799922"/>
            <a:ext cx="4934753" cy="20008190"/>
          </a:xfrm>
        </p:spPr>
        <p:txBody>
          <a:bodyPr/>
          <a:lstStyle>
            <a:lvl1pPr marL="0" indent="0">
              <a:buNone/>
              <a:defRPr sz="2677"/>
            </a:lvl1pPr>
            <a:lvl2pPr marL="765033" indent="0">
              <a:buNone/>
              <a:defRPr sz="2343"/>
            </a:lvl2pPr>
            <a:lvl3pPr marL="1530066" indent="0">
              <a:buNone/>
              <a:defRPr sz="2008"/>
            </a:lvl3pPr>
            <a:lvl4pPr marL="2295098" indent="0">
              <a:buNone/>
              <a:defRPr sz="1673"/>
            </a:lvl4pPr>
            <a:lvl5pPr marL="3060131" indent="0">
              <a:buNone/>
              <a:defRPr sz="1673"/>
            </a:lvl5pPr>
            <a:lvl6pPr marL="3825164" indent="0">
              <a:buNone/>
              <a:defRPr sz="1673"/>
            </a:lvl6pPr>
            <a:lvl7pPr marL="4590197" indent="0">
              <a:buNone/>
              <a:defRPr sz="1673"/>
            </a:lvl7pPr>
            <a:lvl8pPr marL="5355229" indent="0">
              <a:buNone/>
              <a:defRPr sz="1673"/>
            </a:lvl8pPr>
            <a:lvl9pPr marL="6120262" indent="0">
              <a:buNone/>
              <a:defRPr sz="1673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46F3-2DD9-0343-89D4-DC2DC4F2F08B}" type="datetimeFigureOut">
              <a:rPr lang="nl-BE" smtClean="0"/>
              <a:t>5/11/2025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8E7F-C620-0042-9664-B5B31BE0193C}" type="slidenum">
              <a:rPr lang="nl-BE" smtClean="0"/>
              <a:t>‹N›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86234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46F3-2DD9-0343-89D4-DC2DC4F2F08B}" type="datetimeFigureOut">
              <a:rPr lang="nl-BE" smtClean="0"/>
              <a:t>5/11/2025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8E7F-C620-0042-9664-B5B31BE0193C}" type="slidenum">
              <a:rPr lang="nl-BE" smtClean="0"/>
              <a:t>‹N›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40207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949296" y="1916653"/>
            <a:ext cx="3299133" cy="30508114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1898" y="1916653"/>
            <a:ext cx="9706144" cy="30508114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46F3-2DD9-0343-89D4-DC2DC4F2F08B}" type="datetimeFigureOut">
              <a:rPr lang="nl-BE" smtClean="0"/>
              <a:t>5/11/2025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8E7F-C620-0042-9664-B5B31BE0193C}" type="slidenum">
              <a:rPr lang="nl-BE" smtClean="0"/>
              <a:t>‹N›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55140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51898" y="1916661"/>
            <a:ext cx="13196530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898" y="9583264"/>
            <a:ext cx="13196530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51897" y="33366432"/>
            <a:ext cx="3442573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846F3-2DD9-0343-89D4-DC2DC4F2F08B}" type="datetimeFigureOut">
              <a:rPr lang="nl-BE" smtClean="0"/>
              <a:t>5/11/2025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68233" y="33366432"/>
            <a:ext cx="5163860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5855" y="33366432"/>
            <a:ext cx="3442573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38E7F-C620-0042-9664-B5B31BE0193C}" type="slidenum">
              <a:rPr lang="nl-BE" smtClean="0"/>
              <a:t>‹N›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81289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530066" rtl="0" eaLnBrk="1" latinLnBrk="0" hangingPunct="1">
        <a:lnSpc>
          <a:spcPct val="90000"/>
        </a:lnSpc>
        <a:spcBef>
          <a:spcPct val="0"/>
        </a:spcBef>
        <a:buNone/>
        <a:defRPr sz="73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2516" indent="-382516" algn="l" defTabSz="1530066" rtl="0" eaLnBrk="1" latinLnBrk="0" hangingPunct="1">
        <a:lnSpc>
          <a:spcPct val="90000"/>
        </a:lnSpc>
        <a:spcBef>
          <a:spcPts val="1673"/>
        </a:spcBef>
        <a:buFont typeface="Arial" panose="020B0604020202020204" pitchFamily="34" charset="0"/>
        <a:buChar char="•"/>
        <a:defRPr sz="4685" kern="1200">
          <a:solidFill>
            <a:schemeClr val="tx1"/>
          </a:solidFill>
          <a:latin typeface="+mn-lt"/>
          <a:ea typeface="+mn-ea"/>
          <a:cs typeface="+mn-cs"/>
        </a:defRPr>
      </a:lvl1pPr>
      <a:lvl2pPr marL="1147549" indent="-382516" algn="l" defTabSz="1530066" rtl="0" eaLnBrk="1" latinLnBrk="0" hangingPunct="1">
        <a:lnSpc>
          <a:spcPct val="90000"/>
        </a:lnSpc>
        <a:spcBef>
          <a:spcPts val="837"/>
        </a:spcBef>
        <a:buFont typeface="Arial" panose="020B0604020202020204" pitchFamily="34" charset="0"/>
        <a:buChar char="•"/>
        <a:defRPr sz="4016" kern="1200">
          <a:solidFill>
            <a:schemeClr val="tx1"/>
          </a:solidFill>
          <a:latin typeface="+mn-lt"/>
          <a:ea typeface="+mn-ea"/>
          <a:cs typeface="+mn-cs"/>
        </a:defRPr>
      </a:lvl2pPr>
      <a:lvl3pPr marL="1912582" indent="-382516" algn="l" defTabSz="1530066" rtl="0" eaLnBrk="1" latinLnBrk="0" hangingPunct="1">
        <a:lnSpc>
          <a:spcPct val="90000"/>
        </a:lnSpc>
        <a:spcBef>
          <a:spcPts val="837"/>
        </a:spcBef>
        <a:buFont typeface="Arial" panose="020B0604020202020204" pitchFamily="34" charset="0"/>
        <a:buChar char="•"/>
        <a:defRPr sz="3347" kern="1200">
          <a:solidFill>
            <a:schemeClr val="tx1"/>
          </a:solidFill>
          <a:latin typeface="+mn-lt"/>
          <a:ea typeface="+mn-ea"/>
          <a:cs typeface="+mn-cs"/>
        </a:defRPr>
      </a:lvl3pPr>
      <a:lvl4pPr marL="2677615" indent="-382516" algn="l" defTabSz="1530066" rtl="0" eaLnBrk="1" latinLnBrk="0" hangingPunct="1">
        <a:lnSpc>
          <a:spcPct val="90000"/>
        </a:lnSpc>
        <a:spcBef>
          <a:spcPts val="837"/>
        </a:spcBef>
        <a:buFont typeface="Arial" panose="020B0604020202020204" pitchFamily="34" charset="0"/>
        <a:buChar char="•"/>
        <a:defRPr sz="3012" kern="1200">
          <a:solidFill>
            <a:schemeClr val="tx1"/>
          </a:solidFill>
          <a:latin typeface="+mn-lt"/>
          <a:ea typeface="+mn-ea"/>
          <a:cs typeface="+mn-cs"/>
        </a:defRPr>
      </a:lvl4pPr>
      <a:lvl5pPr marL="3442647" indent="-382516" algn="l" defTabSz="1530066" rtl="0" eaLnBrk="1" latinLnBrk="0" hangingPunct="1">
        <a:lnSpc>
          <a:spcPct val="90000"/>
        </a:lnSpc>
        <a:spcBef>
          <a:spcPts val="837"/>
        </a:spcBef>
        <a:buFont typeface="Arial" panose="020B0604020202020204" pitchFamily="34" charset="0"/>
        <a:buChar char="•"/>
        <a:defRPr sz="3012" kern="1200">
          <a:solidFill>
            <a:schemeClr val="tx1"/>
          </a:solidFill>
          <a:latin typeface="+mn-lt"/>
          <a:ea typeface="+mn-ea"/>
          <a:cs typeface="+mn-cs"/>
        </a:defRPr>
      </a:lvl5pPr>
      <a:lvl6pPr marL="4207680" indent="-382516" algn="l" defTabSz="1530066" rtl="0" eaLnBrk="1" latinLnBrk="0" hangingPunct="1">
        <a:lnSpc>
          <a:spcPct val="90000"/>
        </a:lnSpc>
        <a:spcBef>
          <a:spcPts val="837"/>
        </a:spcBef>
        <a:buFont typeface="Arial" panose="020B0604020202020204" pitchFamily="34" charset="0"/>
        <a:buChar char="•"/>
        <a:defRPr sz="3012" kern="1200">
          <a:solidFill>
            <a:schemeClr val="tx1"/>
          </a:solidFill>
          <a:latin typeface="+mn-lt"/>
          <a:ea typeface="+mn-ea"/>
          <a:cs typeface="+mn-cs"/>
        </a:defRPr>
      </a:lvl6pPr>
      <a:lvl7pPr marL="4972713" indent="-382516" algn="l" defTabSz="1530066" rtl="0" eaLnBrk="1" latinLnBrk="0" hangingPunct="1">
        <a:lnSpc>
          <a:spcPct val="90000"/>
        </a:lnSpc>
        <a:spcBef>
          <a:spcPts val="837"/>
        </a:spcBef>
        <a:buFont typeface="Arial" panose="020B0604020202020204" pitchFamily="34" charset="0"/>
        <a:buChar char="•"/>
        <a:defRPr sz="3012" kern="1200">
          <a:solidFill>
            <a:schemeClr val="tx1"/>
          </a:solidFill>
          <a:latin typeface="+mn-lt"/>
          <a:ea typeface="+mn-ea"/>
          <a:cs typeface="+mn-cs"/>
        </a:defRPr>
      </a:lvl7pPr>
      <a:lvl8pPr marL="5737746" indent="-382516" algn="l" defTabSz="1530066" rtl="0" eaLnBrk="1" latinLnBrk="0" hangingPunct="1">
        <a:lnSpc>
          <a:spcPct val="90000"/>
        </a:lnSpc>
        <a:spcBef>
          <a:spcPts val="837"/>
        </a:spcBef>
        <a:buFont typeface="Arial" panose="020B0604020202020204" pitchFamily="34" charset="0"/>
        <a:buChar char="•"/>
        <a:defRPr sz="3012" kern="1200">
          <a:solidFill>
            <a:schemeClr val="tx1"/>
          </a:solidFill>
          <a:latin typeface="+mn-lt"/>
          <a:ea typeface="+mn-ea"/>
          <a:cs typeface="+mn-cs"/>
        </a:defRPr>
      </a:lvl8pPr>
      <a:lvl9pPr marL="6502778" indent="-382516" algn="l" defTabSz="1530066" rtl="0" eaLnBrk="1" latinLnBrk="0" hangingPunct="1">
        <a:lnSpc>
          <a:spcPct val="90000"/>
        </a:lnSpc>
        <a:spcBef>
          <a:spcPts val="837"/>
        </a:spcBef>
        <a:buFont typeface="Arial" panose="020B0604020202020204" pitchFamily="34" charset="0"/>
        <a:buChar char="•"/>
        <a:defRPr sz="30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30066" rtl="0" eaLnBrk="1" latinLnBrk="0" hangingPunct="1">
        <a:defRPr sz="3012" kern="1200">
          <a:solidFill>
            <a:schemeClr val="tx1"/>
          </a:solidFill>
          <a:latin typeface="+mn-lt"/>
          <a:ea typeface="+mn-ea"/>
          <a:cs typeface="+mn-cs"/>
        </a:defRPr>
      </a:lvl1pPr>
      <a:lvl2pPr marL="765033" algn="l" defTabSz="1530066" rtl="0" eaLnBrk="1" latinLnBrk="0" hangingPunct="1">
        <a:defRPr sz="3012" kern="1200">
          <a:solidFill>
            <a:schemeClr val="tx1"/>
          </a:solidFill>
          <a:latin typeface="+mn-lt"/>
          <a:ea typeface="+mn-ea"/>
          <a:cs typeface="+mn-cs"/>
        </a:defRPr>
      </a:lvl2pPr>
      <a:lvl3pPr marL="1530066" algn="l" defTabSz="1530066" rtl="0" eaLnBrk="1" latinLnBrk="0" hangingPunct="1">
        <a:defRPr sz="3012" kern="1200">
          <a:solidFill>
            <a:schemeClr val="tx1"/>
          </a:solidFill>
          <a:latin typeface="+mn-lt"/>
          <a:ea typeface="+mn-ea"/>
          <a:cs typeface="+mn-cs"/>
        </a:defRPr>
      </a:lvl3pPr>
      <a:lvl4pPr marL="2295098" algn="l" defTabSz="1530066" rtl="0" eaLnBrk="1" latinLnBrk="0" hangingPunct="1">
        <a:defRPr sz="3012" kern="1200">
          <a:solidFill>
            <a:schemeClr val="tx1"/>
          </a:solidFill>
          <a:latin typeface="+mn-lt"/>
          <a:ea typeface="+mn-ea"/>
          <a:cs typeface="+mn-cs"/>
        </a:defRPr>
      </a:lvl4pPr>
      <a:lvl5pPr marL="3060131" algn="l" defTabSz="1530066" rtl="0" eaLnBrk="1" latinLnBrk="0" hangingPunct="1">
        <a:defRPr sz="3012" kern="1200">
          <a:solidFill>
            <a:schemeClr val="tx1"/>
          </a:solidFill>
          <a:latin typeface="+mn-lt"/>
          <a:ea typeface="+mn-ea"/>
          <a:cs typeface="+mn-cs"/>
        </a:defRPr>
      </a:lvl5pPr>
      <a:lvl6pPr marL="3825164" algn="l" defTabSz="1530066" rtl="0" eaLnBrk="1" latinLnBrk="0" hangingPunct="1">
        <a:defRPr sz="3012" kern="1200">
          <a:solidFill>
            <a:schemeClr val="tx1"/>
          </a:solidFill>
          <a:latin typeface="+mn-lt"/>
          <a:ea typeface="+mn-ea"/>
          <a:cs typeface="+mn-cs"/>
        </a:defRPr>
      </a:lvl6pPr>
      <a:lvl7pPr marL="4590197" algn="l" defTabSz="1530066" rtl="0" eaLnBrk="1" latinLnBrk="0" hangingPunct="1">
        <a:defRPr sz="3012" kern="1200">
          <a:solidFill>
            <a:schemeClr val="tx1"/>
          </a:solidFill>
          <a:latin typeface="+mn-lt"/>
          <a:ea typeface="+mn-ea"/>
          <a:cs typeface="+mn-cs"/>
        </a:defRPr>
      </a:lvl7pPr>
      <a:lvl8pPr marL="5355229" algn="l" defTabSz="1530066" rtl="0" eaLnBrk="1" latinLnBrk="0" hangingPunct="1">
        <a:defRPr sz="3012" kern="1200">
          <a:solidFill>
            <a:schemeClr val="tx1"/>
          </a:solidFill>
          <a:latin typeface="+mn-lt"/>
          <a:ea typeface="+mn-ea"/>
          <a:cs typeface="+mn-cs"/>
        </a:defRPr>
      </a:lvl8pPr>
      <a:lvl9pPr marL="6120262" algn="l" defTabSz="1530066" rtl="0" eaLnBrk="1" latinLnBrk="0" hangingPunct="1">
        <a:defRPr sz="30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7.svg"/><Relationship Id="rId18" Type="http://schemas.openxmlformats.org/officeDocument/2006/relationships/image" Target="../media/image12.png"/><Relationship Id="rId26" Type="http://schemas.openxmlformats.org/officeDocument/2006/relationships/image" Target="../media/image20.svg"/><Relationship Id="rId3" Type="http://schemas.microsoft.com/office/2018/10/relationships/comments" Target="../comments/modernComment_100_9D647B16.xml"/><Relationship Id="rId21" Type="http://schemas.openxmlformats.org/officeDocument/2006/relationships/image" Target="../media/image15.svg"/><Relationship Id="rId7" Type="http://schemas.openxmlformats.org/officeDocument/2006/relationships/hyperlink" Target="https://freepngimg.com/png/53372-abstract-lines-photos-png-free-photo" TargetMode="External"/><Relationship Id="rId12" Type="http://schemas.openxmlformats.org/officeDocument/2006/relationships/image" Target="../media/image6.png"/><Relationship Id="rId17" Type="http://schemas.openxmlformats.org/officeDocument/2006/relationships/image" Target="../media/image11.svg"/><Relationship Id="rId25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5.svg"/><Relationship Id="rId24" Type="http://schemas.openxmlformats.org/officeDocument/2006/relationships/image" Target="../media/image18.png"/><Relationship Id="rId5" Type="http://schemas.openxmlformats.org/officeDocument/2006/relationships/image" Target="../media/image2.png"/><Relationship Id="rId15" Type="http://schemas.openxmlformats.org/officeDocument/2006/relationships/image" Target="../media/image9.svg"/><Relationship Id="rId23" Type="http://schemas.openxmlformats.org/officeDocument/2006/relationships/image" Target="../media/image17.jpg"/><Relationship Id="rId10" Type="http://schemas.openxmlformats.org/officeDocument/2006/relationships/image" Target="../media/image4.png"/><Relationship Id="rId19" Type="http://schemas.openxmlformats.org/officeDocument/2006/relationships/image" Target="../media/image13.svg"/><Relationship Id="rId4" Type="http://schemas.openxmlformats.org/officeDocument/2006/relationships/image" Target="../media/image1.jpg"/><Relationship Id="rId9" Type="http://schemas.microsoft.com/office/2007/relationships/hdphoto" Target="../media/hdphoto2.wdp"/><Relationship Id="rId14" Type="http://schemas.openxmlformats.org/officeDocument/2006/relationships/image" Target="../media/image8.png"/><Relationship Id="rId2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magine 40" descr="Sfondo tecnologico bianco astratto">
            <a:extLst>
              <a:ext uri="{FF2B5EF4-FFF2-40B4-BE49-F238E27FC236}">
                <a16:creationId xmlns:a16="http://schemas.microsoft.com/office/drawing/2014/main" id="{9782B648-2C0F-DEF8-16EE-2B3368C9400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20000"/>
          </a:blip>
          <a:srcRect t="36040"/>
          <a:stretch>
            <a:fillRect/>
          </a:stretch>
        </p:blipFill>
        <p:spPr>
          <a:xfrm rot="5400000">
            <a:off x="-10451660" y="6898781"/>
            <a:ext cx="36062199" cy="15383983"/>
          </a:xfrm>
          <a:prstGeom prst="rect">
            <a:avLst/>
          </a:prstGeom>
        </p:spPr>
      </p:pic>
      <p:pic>
        <p:nvPicPr>
          <p:cNvPr id="63" name="Immagine 62" descr="Immagine che contiene arte, design, curva&#10;&#10;Il contenuto generato dall'IA potrebbe non essere corretto.">
            <a:extLst>
              <a:ext uri="{FF2B5EF4-FFF2-40B4-BE49-F238E27FC236}">
                <a16:creationId xmlns:a16="http://schemas.microsoft.com/office/drawing/2014/main" id="{5D67A162-E379-1396-41D4-71F8460161F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alphaModFix amt="3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20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286661" y="23428741"/>
            <a:ext cx="5440475" cy="865622"/>
          </a:xfrm>
          <a:prstGeom prst="rect">
            <a:avLst/>
          </a:prstGeom>
        </p:spPr>
      </p:pic>
      <p:pic>
        <p:nvPicPr>
          <p:cNvPr id="62" name="Immagine 61" descr="Immagine che contiene arte, design, curva&#10;&#10;Il contenuto generato dall'IA potrebbe non essere corretto.">
            <a:extLst>
              <a:ext uri="{FF2B5EF4-FFF2-40B4-BE49-F238E27FC236}">
                <a16:creationId xmlns:a16="http://schemas.microsoft.com/office/drawing/2014/main" id="{F0649DA5-37B2-3735-3618-A424041821A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alphaModFix amt="3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20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993940" y="16584561"/>
            <a:ext cx="3727454" cy="593067"/>
          </a:xfrm>
          <a:prstGeom prst="rect">
            <a:avLst/>
          </a:prstGeom>
        </p:spPr>
      </p:pic>
      <p:pic>
        <p:nvPicPr>
          <p:cNvPr id="61" name="Immagine 60" descr="Decorazioni luminose sfumate">
            <a:extLst>
              <a:ext uri="{FF2B5EF4-FFF2-40B4-BE49-F238E27FC236}">
                <a16:creationId xmlns:a16="http://schemas.microsoft.com/office/drawing/2014/main" id="{555908D4-76A9-A03A-FFC7-A0BD4A3E4C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8800"/>
                    </a14:imgEffect>
                    <a14:imgEffect>
                      <a14:brightnessContrast bright="-13000"/>
                    </a14:imgEffect>
                  </a14:imgLayer>
                </a14:imgProps>
              </a:ext>
            </a:extLst>
          </a:blip>
          <a:srcRect t="-537" r="45796"/>
          <a:stretch>
            <a:fillRect/>
          </a:stretch>
        </p:blipFill>
        <p:spPr>
          <a:xfrm>
            <a:off x="10582425" y="17456857"/>
            <a:ext cx="4455529" cy="2880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0" name="Immagine 59" descr="Decorazioni luminose sfumate">
            <a:extLst>
              <a:ext uri="{FF2B5EF4-FFF2-40B4-BE49-F238E27FC236}">
                <a16:creationId xmlns:a16="http://schemas.microsoft.com/office/drawing/2014/main" id="{46445A29-DE9D-361C-D779-E3C25C3B7C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8800"/>
                    </a14:imgEffect>
                    <a14:imgEffect>
                      <a14:brightnessContrast bright="-13000"/>
                    </a14:imgEffect>
                  </a14:imgLayer>
                </a14:imgProps>
              </a:ext>
            </a:extLst>
          </a:blip>
          <a:srcRect t="-537" r="45796"/>
          <a:stretch>
            <a:fillRect/>
          </a:stretch>
        </p:blipFill>
        <p:spPr>
          <a:xfrm>
            <a:off x="5524294" y="17509899"/>
            <a:ext cx="4455533" cy="2880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9" name="Immagine 48" descr="Immagine che contiene arte, design, curva&#10;&#10;Il contenuto generato dall'IA potrebbe non essere corretto.">
            <a:extLst>
              <a:ext uri="{FF2B5EF4-FFF2-40B4-BE49-F238E27FC236}">
                <a16:creationId xmlns:a16="http://schemas.microsoft.com/office/drawing/2014/main" id="{B71021C2-10A6-690F-F6BE-399D657FE28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alphaModFix amt="3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20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 rot="362528">
            <a:off x="-984071" y="568639"/>
            <a:ext cx="16417210" cy="2612106"/>
          </a:xfrm>
          <a:prstGeom prst="rect">
            <a:avLst/>
          </a:prstGeom>
        </p:spPr>
      </p:pic>
      <p:pic>
        <p:nvPicPr>
          <p:cNvPr id="5" name="Immagine 4" descr="Decorazioni luminose sfumate">
            <a:extLst>
              <a:ext uri="{FF2B5EF4-FFF2-40B4-BE49-F238E27FC236}">
                <a16:creationId xmlns:a16="http://schemas.microsoft.com/office/drawing/2014/main" id="{6D71E0FF-6E78-713D-F346-3AC69A2D02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8800"/>
                    </a14:imgEffect>
                    <a14:imgEffect>
                      <a14:brightnessContrast bright="-13000"/>
                    </a14:imgEffect>
                  </a14:imgLayer>
                </a14:imgProps>
              </a:ext>
            </a:extLst>
          </a:blip>
          <a:srcRect t="-537" r="45796"/>
          <a:stretch>
            <a:fillRect/>
          </a:stretch>
        </p:blipFill>
        <p:spPr>
          <a:xfrm rot="10800000">
            <a:off x="26014" y="22774736"/>
            <a:ext cx="15184818" cy="9815275"/>
          </a:xfrm>
          <a:prstGeom prst="snip2Diag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Immagine 12" descr="Decorazioni luminose sfumate">
            <a:extLst>
              <a:ext uri="{FF2B5EF4-FFF2-40B4-BE49-F238E27FC236}">
                <a16:creationId xmlns:a16="http://schemas.microsoft.com/office/drawing/2014/main" id="{C6B3C853-35E6-56FA-6FF9-4CBDB97C8E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8800"/>
                    </a14:imgEffect>
                    <a14:imgEffect>
                      <a14:brightnessContrast bright="-13000"/>
                    </a14:imgEffect>
                  </a14:imgLayer>
                </a14:imgProps>
              </a:ext>
            </a:extLst>
          </a:blip>
          <a:srcRect t="-537" r="45796"/>
          <a:stretch>
            <a:fillRect/>
          </a:stretch>
        </p:blipFill>
        <p:spPr>
          <a:xfrm>
            <a:off x="86613" y="5513539"/>
            <a:ext cx="15184818" cy="981527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30DDB7D-3BE6-2DC3-10F8-809627696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928" y="1121141"/>
            <a:ext cx="13262467" cy="3994778"/>
          </a:xfrm>
          <a:ln w="76200">
            <a:noFill/>
            <a:prstDash val="dash"/>
          </a:ln>
        </p:spPr>
        <p:txBody>
          <a:bodyPr anchor="ctr">
            <a:normAutofit/>
          </a:bodyPr>
          <a:lstStyle/>
          <a:p>
            <a:r>
              <a:rPr lang="nl-BE" sz="10700" b="1" dirty="0">
                <a:ln w="9525">
                  <a:noFill/>
                </a:ln>
                <a:solidFill>
                  <a:srgbClr val="002060"/>
                </a:solidFill>
                <a:latin typeface="Myriad Pro Cond" panose="020B0506030403020204"/>
              </a:rPr>
              <a:t>CResCO</a:t>
            </a:r>
            <a:br>
              <a:rPr lang="nl-BE" sz="8500" b="1" dirty="0">
                <a:ln w="9525">
                  <a:noFill/>
                </a:ln>
                <a:solidFill>
                  <a:srgbClr val="002060"/>
                </a:solidFill>
                <a:latin typeface="Myriad Pro Cond" panose="020B0506030403020204"/>
              </a:rPr>
            </a:br>
            <a:r>
              <a:rPr lang="nl-BE" sz="8500" b="1" dirty="0">
                <a:ln w="9525">
                  <a:noFill/>
                </a:ln>
                <a:solidFill>
                  <a:srgbClr val="002060"/>
                </a:solidFill>
                <a:latin typeface="Myriad Pro" panose="020B0503030403020204" pitchFamily="34" charset="0"/>
              </a:rPr>
              <a:t> </a:t>
            </a:r>
            <a:r>
              <a:rPr lang="nl-BE" sz="6000" dirty="0">
                <a:ln w="9525">
                  <a:noFill/>
                </a:ln>
                <a:solidFill>
                  <a:srgbClr val="002060"/>
                </a:solidFill>
                <a:latin typeface="Myriad Pro" panose="020B0503030403020204" pitchFamily="34" charset="0"/>
              </a:rPr>
              <a:t>Cyber Resilience for Complex AAM Operations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C17ACAF-1A96-C434-FF2C-EB8AD49D02FB}"/>
              </a:ext>
            </a:extLst>
          </p:cNvPr>
          <p:cNvSpPr txBox="1"/>
          <p:nvPr/>
        </p:nvSpPr>
        <p:spPr>
          <a:xfrm>
            <a:off x="3297676" y="6001123"/>
            <a:ext cx="868403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5500" b="1" dirty="0">
                <a:ln w="9525">
                  <a:noFill/>
                </a:ln>
                <a:solidFill>
                  <a:schemeClr val="bg1"/>
                </a:solidFill>
                <a:latin typeface="Myriad Pro" panose="020B0503030403020204" pitchFamily="34" charset="0"/>
                <a:ea typeface="+mj-ea"/>
                <a:cs typeface="+mj-cs"/>
              </a:rPr>
              <a:t>The </a:t>
            </a:r>
            <a:r>
              <a:rPr lang="it-IT" sz="5500" b="1" dirty="0" err="1">
                <a:ln w="9525">
                  <a:noFill/>
                </a:ln>
                <a:solidFill>
                  <a:schemeClr val="bg1"/>
                </a:solidFill>
                <a:latin typeface="Myriad Pro" panose="020B0503030403020204" pitchFamily="34" charset="0"/>
                <a:ea typeface="+mj-ea"/>
                <a:cs typeface="+mj-cs"/>
              </a:rPr>
              <a:t>aim</a:t>
            </a:r>
            <a:endParaRPr lang="en-US" sz="5500" b="1" dirty="0">
              <a:ln w="9525">
                <a:noFill/>
              </a:ln>
              <a:solidFill>
                <a:schemeClr val="bg1"/>
              </a:solidFill>
              <a:latin typeface="Myriad Pro" panose="020B0503030403020204" pitchFamily="34" charset="0"/>
              <a:ea typeface="+mj-ea"/>
              <a:cs typeface="+mj-cs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F3A6A066-3FFA-F5E8-9331-AC0C7704A379}"/>
              </a:ext>
            </a:extLst>
          </p:cNvPr>
          <p:cNvSpPr txBox="1"/>
          <p:nvPr/>
        </p:nvSpPr>
        <p:spPr>
          <a:xfrm>
            <a:off x="274321" y="7341955"/>
            <a:ext cx="1490181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 err="1">
                <a:solidFill>
                  <a:schemeClr val="bg1"/>
                </a:solidFill>
                <a:latin typeface="Myriad Pro" panose="020B0503030403020204" pitchFamily="34" charset="0"/>
              </a:rPr>
              <a:t>CResCO</a:t>
            </a:r>
            <a:r>
              <a:rPr lang="en-US" sz="4000" dirty="0">
                <a:solidFill>
                  <a:schemeClr val="bg1"/>
                </a:solidFill>
                <a:latin typeface="Myriad Pro" panose="020B0503030403020204" pitchFamily="34" charset="0"/>
              </a:rPr>
              <a:t> aims to create a simulating platform constituting a testing ground where Advanced Air Mobility (AAM) systems are subjected to simulated cyber-attacks, allowing to uncover vulnerabilities, assess risks, and develop robust mitigation strategies.</a:t>
            </a:r>
            <a:endParaRPr lang="it-IT" sz="4000" dirty="0">
              <a:solidFill>
                <a:schemeClr val="bg1"/>
              </a:solidFill>
              <a:effectLst/>
              <a:latin typeface="Myriad Pro" panose="020B0503030403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48" name="Elemento grafico 47" descr="Quadrirotore contorno">
            <a:extLst>
              <a:ext uri="{FF2B5EF4-FFF2-40B4-BE49-F238E27FC236}">
                <a16:creationId xmlns:a16="http://schemas.microsoft.com/office/drawing/2014/main" id="{23760285-FFDC-E916-5651-AF0900DD87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2574" y="10550619"/>
            <a:ext cx="3655979" cy="3655979"/>
          </a:xfrm>
          <a:prstGeom prst="rect">
            <a:avLst/>
          </a:prstGeom>
        </p:spPr>
      </p:pic>
      <p:pic>
        <p:nvPicPr>
          <p:cNvPr id="50" name="Graphic 60">
            <a:extLst>
              <a:ext uri="{FF2B5EF4-FFF2-40B4-BE49-F238E27FC236}">
                <a16:creationId xmlns:a16="http://schemas.microsoft.com/office/drawing/2014/main" id="{26A12CBD-1598-9C48-6D36-192CA0BCD47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6232222" y="10837855"/>
            <a:ext cx="2893600" cy="2893600"/>
          </a:xfrm>
          <a:prstGeom prst="rect">
            <a:avLst/>
          </a:prstGeom>
        </p:spPr>
      </p:pic>
      <p:pic>
        <p:nvPicPr>
          <p:cNvPr id="53" name="Elemento grafico 52" descr="Rete contorno">
            <a:extLst>
              <a:ext uri="{FF2B5EF4-FFF2-40B4-BE49-F238E27FC236}">
                <a16:creationId xmlns:a16="http://schemas.microsoft.com/office/drawing/2014/main" id="{68EB2581-9100-446C-C12F-B631850A892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245745" y="10658368"/>
            <a:ext cx="3170099" cy="3170099"/>
          </a:xfrm>
          <a:prstGeom prst="rect">
            <a:avLst/>
          </a:prstGeom>
        </p:spPr>
      </p:pic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C96A8D61-288B-3AC4-327E-335CA258659A}"/>
              </a:ext>
            </a:extLst>
          </p:cNvPr>
          <p:cNvSpPr txBox="1"/>
          <p:nvPr/>
        </p:nvSpPr>
        <p:spPr>
          <a:xfrm>
            <a:off x="1836001" y="13601288"/>
            <a:ext cx="1557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b="1" dirty="0">
                <a:solidFill>
                  <a:schemeClr val="bg1"/>
                </a:solidFill>
                <a:latin typeface="Myriad Pro" panose="020B0503030403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AAM</a:t>
            </a:r>
            <a:endParaRPr lang="it-IT" sz="4000" b="1" dirty="0">
              <a:solidFill>
                <a:schemeClr val="bg1"/>
              </a:solidFill>
              <a:latin typeface="Myriad Pro" panose="020B0503030403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07FABE45-A851-DA34-81F7-EBE8791313BB}"/>
              </a:ext>
            </a:extLst>
          </p:cNvPr>
          <p:cNvSpPr txBox="1"/>
          <p:nvPr/>
        </p:nvSpPr>
        <p:spPr>
          <a:xfrm>
            <a:off x="5589510" y="13697901"/>
            <a:ext cx="4194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600" b="1" dirty="0">
                <a:solidFill>
                  <a:schemeClr val="bg1"/>
                </a:solidFill>
                <a:latin typeface="Myriad Pro" panose="020B0503030403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Cyber </a:t>
            </a:r>
            <a:r>
              <a:rPr lang="it-IT" sz="3600" b="1" dirty="0" err="1">
                <a:solidFill>
                  <a:schemeClr val="bg1"/>
                </a:solidFill>
                <a:latin typeface="Myriad Pro" panose="020B0503030403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Resilience</a:t>
            </a:r>
            <a:endParaRPr lang="it-IT" sz="3600" b="1" dirty="0">
              <a:solidFill>
                <a:schemeClr val="bg1"/>
              </a:solidFill>
              <a:latin typeface="Myriad Pro" panose="020B0503030403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C4FED36F-4836-681D-4677-2BAB8EC415C2}"/>
              </a:ext>
            </a:extLst>
          </p:cNvPr>
          <p:cNvSpPr txBox="1"/>
          <p:nvPr/>
        </p:nvSpPr>
        <p:spPr>
          <a:xfrm>
            <a:off x="10485452" y="13678755"/>
            <a:ext cx="46906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600" b="1" dirty="0">
                <a:solidFill>
                  <a:schemeClr val="bg1"/>
                </a:solidFill>
                <a:latin typeface="Myriad Pro" panose="020B0503030403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Knowledge </a:t>
            </a:r>
            <a:r>
              <a:rPr lang="it-IT" sz="3600" b="1" dirty="0" err="1">
                <a:solidFill>
                  <a:schemeClr val="bg1"/>
                </a:solidFill>
                <a:latin typeface="Myriad Pro" panose="020B0503030403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Graphs</a:t>
            </a:r>
            <a:r>
              <a:rPr lang="it-IT" sz="3600" b="1" dirty="0">
                <a:solidFill>
                  <a:schemeClr val="bg1"/>
                </a:solidFill>
                <a:latin typeface="Myriad Pro" panose="020B0503030403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(KG)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674B9EFA-0295-98B5-F496-D23792F06700}"/>
              </a:ext>
            </a:extLst>
          </p:cNvPr>
          <p:cNvSpPr txBox="1"/>
          <p:nvPr/>
        </p:nvSpPr>
        <p:spPr>
          <a:xfrm>
            <a:off x="3192389" y="15966378"/>
            <a:ext cx="868403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5500" b="1" dirty="0">
                <a:ln w="9525">
                  <a:noFill/>
                </a:ln>
                <a:solidFill>
                  <a:schemeClr val="accent1">
                    <a:lumMod val="50000"/>
                  </a:schemeClr>
                </a:solidFill>
                <a:latin typeface="Myriad Pro" panose="020B0503030403020204" pitchFamily="34" charset="0"/>
                <a:ea typeface="+mj-ea"/>
                <a:cs typeface="+mj-cs"/>
              </a:rPr>
              <a:t>The </a:t>
            </a:r>
            <a:r>
              <a:rPr lang="it-IT" sz="5500" b="1" dirty="0" err="1">
                <a:ln w="9525">
                  <a:noFill/>
                </a:ln>
                <a:solidFill>
                  <a:schemeClr val="accent1">
                    <a:lumMod val="50000"/>
                  </a:schemeClr>
                </a:solidFill>
                <a:latin typeface="Myriad Pro" panose="020B0503030403020204" pitchFamily="34" charset="0"/>
                <a:ea typeface="+mj-ea"/>
                <a:cs typeface="+mj-cs"/>
              </a:rPr>
              <a:t>phases</a:t>
            </a:r>
            <a:endParaRPr lang="en-US" sz="5500" b="1" dirty="0">
              <a:ln w="9525">
                <a:noFill/>
              </a:ln>
              <a:solidFill>
                <a:schemeClr val="accent1">
                  <a:lumMod val="50000"/>
                </a:schemeClr>
              </a:solidFill>
              <a:latin typeface="Myriad Pro" panose="020B0503030403020204" pitchFamily="34" charset="0"/>
              <a:ea typeface="+mj-ea"/>
              <a:cs typeface="+mj-cs"/>
            </a:endParaRPr>
          </a:p>
        </p:txBody>
      </p:sp>
      <p:pic>
        <p:nvPicPr>
          <p:cNvPr id="3" name="Immagine 2" descr="Decorazioni luminose sfumate">
            <a:extLst>
              <a:ext uri="{FF2B5EF4-FFF2-40B4-BE49-F238E27FC236}">
                <a16:creationId xmlns:a16="http://schemas.microsoft.com/office/drawing/2014/main" id="{4EB932C5-4217-6682-6E47-9AC31B1F33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8800"/>
                    </a14:imgEffect>
                    <a14:imgEffect>
                      <a14:brightnessContrast bright="-13000"/>
                    </a14:imgEffect>
                  </a14:imgLayer>
                </a14:imgProps>
              </a:ext>
            </a:extLst>
          </a:blip>
          <a:srcRect t="-537" r="45796"/>
          <a:stretch>
            <a:fillRect/>
          </a:stretch>
        </p:blipFill>
        <p:spPr>
          <a:xfrm>
            <a:off x="304762" y="17506465"/>
            <a:ext cx="4455536" cy="2880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951FEA8-6A95-3A32-3586-E8455E90078D}"/>
              </a:ext>
            </a:extLst>
          </p:cNvPr>
          <p:cNvSpPr txBox="1"/>
          <p:nvPr/>
        </p:nvSpPr>
        <p:spPr>
          <a:xfrm>
            <a:off x="344880" y="17541542"/>
            <a:ext cx="4775331" cy="3027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yriad Pro" panose="020B0503030403020204"/>
              </a:rPr>
              <a:t>Context: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Myriad Pro" panose="020B0503030403020204"/>
              </a:rPr>
              <a:t>PRISMA-based meta review of cyber resilience in AAM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Myriad Pro" panose="020B0503030403020204"/>
              </a:rPr>
              <a:t>PRISMA-based review of KG application in safety</a:t>
            </a:r>
          </a:p>
          <a:p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5C034DA-8B5E-60B9-7005-413EDF6A105A}"/>
              </a:ext>
            </a:extLst>
          </p:cNvPr>
          <p:cNvSpPr txBox="1"/>
          <p:nvPr/>
        </p:nvSpPr>
        <p:spPr>
          <a:xfrm>
            <a:off x="5577643" y="17617313"/>
            <a:ext cx="449128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yriad Pro" panose="020B0503030403020204"/>
              </a:rPr>
              <a:t>Ontology and KG construction: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Myriad Pro" panose="020B0503030403020204"/>
              </a:rPr>
              <a:t>Customization of existing ontologies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Myriad Pro" panose="020B0503030403020204"/>
              </a:rPr>
              <a:t>Ontological integration of GPS outage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bg1"/>
              </a:solidFill>
              <a:latin typeface="Myriad Pro" panose="020B0503030403020204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48BD5A2-C87E-4FA7-BCD6-568AAF4A6E61}"/>
              </a:ext>
            </a:extLst>
          </p:cNvPr>
          <p:cNvSpPr txBox="1"/>
          <p:nvPr/>
        </p:nvSpPr>
        <p:spPr>
          <a:xfrm>
            <a:off x="10642024" y="17526602"/>
            <a:ext cx="439736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yriad Pro" panose="020B0503030403020204"/>
              </a:rPr>
              <a:t>KG testing and validation: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Myriad Pro" panose="020B0503030403020204"/>
              </a:rPr>
              <a:t>Queries and prompts to perform graph analytics and risk assessment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243808F2-6593-F997-375E-687663FCA00B}"/>
              </a:ext>
            </a:extLst>
          </p:cNvPr>
          <p:cNvSpPr txBox="1"/>
          <p:nvPr/>
        </p:nvSpPr>
        <p:spPr>
          <a:xfrm>
            <a:off x="-121669" y="23137562"/>
            <a:ext cx="15421994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5500" b="1" dirty="0">
                <a:ln w="9525">
                  <a:noFill/>
                </a:ln>
                <a:solidFill>
                  <a:schemeClr val="bg1"/>
                </a:solidFill>
                <a:latin typeface="Myriad Pro" panose="020B0503030403020204" pitchFamily="34" charset="0"/>
                <a:ea typeface="+mj-ea"/>
                <a:cs typeface="+mj-cs"/>
              </a:rPr>
              <a:t>The </a:t>
            </a:r>
            <a:r>
              <a:rPr lang="it-IT" sz="5500" b="1" dirty="0" err="1">
                <a:ln w="9525">
                  <a:noFill/>
                </a:ln>
                <a:solidFill>
                  <a:schemeClr val="bg1"/>
                </a:solidFill>
                <a:latin typeface="Myriad Pro" panose="020B0503030403020204" pitchFamily="34" charset="0"/>
                <a:ea typeface="+mj-ea"/>
                <a:cs typeface="+mj-cs"/>
              </a:rPr>
              <a:t>results</a:t>
            </a:r>
            <a:endParaRPr lang="en-US" sz="5500" b="1" dirty="0">
              <a:ln w="9525">
                <a:noFill/>
              </a:ln>
              <a:solidFill>
                <a:schemeClr val="bg1"/>
              </a:solidFill>
              <a:latin typeface="Myriad Pro" panose="020B0503030403020204" pitchFamily="34" charset="0"/>
              <a:ea typeface="+mj-ea"/>
              <a:cs typeface="+mj-cs"/>
            </a:endParaRPr>
          </a:p>
        </p:txBody>
      </p:sp>
      <p:sp>
        <p:nvSpPr>
          <p:cNvPr id="27" name="Oval 14">
            <a:extLst>
              <a:ext uri="{FF2B5EF4-FFF2-40B4-BE49-F238E27FC236}">
                <a16:creationId xmlns:a16="http://schemas.microsoft.com/office/drawing/2014/main" id="{9CE8D754-D133-5E0C-79CE-EA562E183968}"/>
              </a:ext>
            </a:extLst>
          </p:cNvPr>
          <p:cNvSpPr/>
          <p:nvPr/>
        </p:nvSpPr>
        <p:spPr>
          <a:xfrm>
            <a:off x="11501324" y="27180030"/>
            <a:ext cx="2340000" cy="2338093"/>
          </a:xfrm>
          <a:prstGeom prst="ellipse">
            <a:avLst/>
          </a:prstGeom>
          <a:noFill/>
          <a:ln w="57150" cap="rnd" cmpd="sng">
            <a:solidFill>
              <a:schemeClr val="accent4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308145"/>
                      <a:gd name="connsiteY0" fmla="*/ 1138184 h 2276368"/>
                      <a:gd name="connsiteX1" fmla="*/ 1154073 w 2308145"/>
                      <a:gd name="connsiteY1" fmla="*/ 0 h 2276368"/>
                      <a:gd name="connsiteX2" fmla="*/ 2308146 w 2308145"/>
                      <a:gd name="connsiteY2" fmla="*/ 1138184 h 2276368"/>
                      <a:gd name="connsiteX3" fmla="*/ 1154073 w 2308145"/>
                      <a:gd name="connsiteY3" fmla="*/ 2276368 h 2276368"/>
                      <a:gd name="connsiteX4" fmla="*/ 0 w 2308145"/>
                      <a:gd name="connsiteY4" fmla="*/ 1138184 h 22763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08145" h="2276368" fill="none" extrusionOk="0">
                        <a:moveTo>
                          <a:pt x="0" y="1138184"/>
                        </a:moveTo>
                        <a:cubicBezTo>
                          <a:pt x="134046" y="525484"/>
                          <a:pt x="568726" y="-107077"/>
                          <a:pt x="1154073" y="0"/>
                        </a:cubicBezTo>
                        <a:cubicBezTo>
                          <a:pt x="1641020" y="-23036"/>
                          <a:pt x="2205808" y="605932"/>
                          <a:pt x="2308146" y="1138184"/>
                        </a:cubicBezTo>
                        <a:cubicBezTo>
                          <a:pt x="2293727" y="1629283"/>
                          <a:pt x="1767095" y="2310214"/>
                          <a:pt x="1154073" y="2276368"/>
                        </a:cubicBezTo>
                        <a:cubicBezTo>
                          <a:pt x="548176" y="2293992"/>
                          <a:pt x="39461" y="1776274"/>
                          <a:pt x="0" y="1138184"/>
                        </a:cubicBezTo>
                        <a:close/>
                      </a:path>
                      <a:path w="2308145" h="2276368" stroke="0" extrusionOk="0">
                        <a:moveTo>
                          <a:pt x="0" y="1138184"/>
                        </a:moveTo>
                        <a:cubicBezTo>
                          <a:pt x="-21683" y="496207"/>
                          <a:pt x="394119" y="46005"/>
                          <a:pt x="1154073" y="0"/>
                        </a:cubicBezTo>
                        <a:cubicBezTo>
                          <a:pt x="1866783" y="15859"/>
                          <a:pt x="2232532" y="511986"/>
                          <a:pt x="2308146" y="1138184"/>
                        </a:cubicBezTo>
                        <a:cubicBezTo>
                          <a:pt x="2293042" y="1781536"/>
                          <a:pt x="1767067" y="2411139"/>
                          <a:pt x="1154073" y="2276368"/>
                        </a:cubicBezTo>
                        <a:cubicBezTo>
                          <a:pt x="480563" y="2256599"/>
                          <a:pt x="22039" y="1777316"/>
                          <a:pt x="0" y="113818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317500">
              <a:schemeClr val="accent4">
                <a:lumMod val="40000"/>
                <a:lumOff val="60000"/>
                <a:alpha val="40000"/>
              </a:schemeClr>
            </a:glow>
            <a:outerShdw blurRad="50800" dist="38100" dir="5400000" sx="102000" sy="102000" algn="t" rotWithShape="0">
              <a:schemeClr val="accent4">
                <a:lumMod val="60000"/>
                <a:lumOff val="40000"/>
                <a:alpha val="40000"/>
              </a:scheme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8" name="Graphic 362">
            <a:extLst>
              <a:ext uri="{FF2B5EF4-FFF2-40B4-BE49-F238E27FC236}">
                <a16:creationId xmlns:a16="http://schemas.microsoft.com/office/drawing/2014/main" id="{F3EFA45F-5624-EB56-5D4B-778DF9B293B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971329" y="25037629"/>
            <a:ext cx="1433863" cy="1433863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E40F8315-8ED2-AE6E-4197-CB7F8C9B0867}"/>
              </a:ext>
            </a:extLst>
          </p:cNvPr>
          <p:cNvSpPr txBox="1"/>
          <p:nvPr/>
        </p:nvSpPr>
        <p:spPr>
          <a:xfrm>
            <a:off x="5904743" y="27084056"/>
            <a:ext cx="36340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yriad Pro" panose="020B0503030403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Engineered AAM Cyber Resilience</a:t>
            </a:r>
            <a:endParaRPr lang="it-IT" sz="3200" b="1" dirty="0">
              <a:solidFill>
                <a:schemeClr val="bg1"/>
              </a:solidFill>
              <a:latin typeface="Myriad Pro" panose="020B0503030403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065079B8-3928-652A-188A-1916E4EFD691}"/>
              </a:ext>
            </a:extLst>
          </p:cNvPr>
          <p:cNvSpPr txBox="1"/>
          <p:nvPr/>
        </p:nvSpPr>
        <p:spPr>
          <a:xfrm>
            <a:off x="203668" y="29592257"/>
            <a:ext cx="508299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yriad Pro" panose="020B0503030403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Virtual sandbox via a dedicated Digital Twin for testing GPS outage scenarios </a:t>
            </a:r>
            <a:endParaRPr lang="it-IT" sz="3200" b="1" dirty="0">
              <a:solidFill>
                <a:schemeClr val="bg1"/>
              </a:solidFill>
              <a:latin typeface="Myriad Pro" panose="020B0503030403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8A8CE009-DF42-81FB-AA97-99E2C0500EEA}"/>
              </a:ext>
            </a:extLst>
          </p:cNvPr>
          <p:cNvSpPr txBox="1"/>
          <p:nvPr/>
        </p:nvSpPr>
        <p:spPr>
          <a:xfrm>
            <a:off x="9959224" y="29662980"/>
            <a:ext cx="489045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  <a:latin typeface="Myriad Pro" panose="020B0503030403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Decision-support tools to enable informed and adaptive safety management</a:t>
            </a:r>
            <a:endParaRPr lang="it-IT" sz="3200" b="1" dirty="0">
              <a:solidFill>
                <a:schemeClr val="bg1"/>
              </a:solidFill>
              <a:latin typeface="Myriad Pro" panose="020B0503030403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33" name="Graphic 69">
            <a:extLst>
              <a:ext uri="{FF2B5EF4-FFF2-40B4-BE49-F238E27FC236}">
                <a16:creationId xmlns:a16="http://schemas.microsoft.com/office/drawing/2014/main" id="{F5E11AC0-198B-5DA7-2EE1-69975846C0E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981706" y="27601801"/>
            <a:ext cx="1501716" cy="1501716"/>
          </a:xfrm>
          <a:prstGeom prst="rect">
            <a:avLst/>
          </a:prstGeom>
        </p:spPr>
      </p:pic>
      <p:pic>
        <p:nvPicPr>
          <p:cNvPr id="34" name="Elemento grafico 33" descr="Abaco contorno">
            <a:extLst>
              <a:ext uri="{FF2B5EF4-FFF2-40B4-BE49-F238E27FC236}">
                <a16:creationId xmlns:a16="http://schemas.microsoft.com/office/drawing/2014/main" id="{E27B94A6-A0F7-5A9D-6762-881B3DC9168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78598" y="27395958"/>
            <a:ext cx="1933233" cy="1933233"/>
          </a:xfrm>
          <a:prstGeom prst="rect">
            <a:avLst/>
          </a:prstGeom>
        </p:spPr>
      </p:pic>
      <p:pic>
        <p:nvPicPr>
          <p:cNvPr id="35" name="Picture 4" descr="QR Code Generator - Apps on Google Play">
            <a:extLst>
              <a:ext uri="{FF2B5EF4-FFF2-40B4-BE49-F238E27FC236}">
                <a16:creationId xmlns:a16="http://schemas.microsoft.com/office/drawing/2014/main" id="{902339B4-4800-A429-7359-8C9A6CF85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962" y="20550007"/>
            <a:ext cx="1453650" cy="145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ttangolo 35">
            <a:extLst>
              <a:ext uri="{FF2B5EF4-FFF2-40B4-BE49-F238E27FC236}">
                <a16:creationId xmlns:a16="http://schemas.microsoft.com/office/drawing/2014/main" id="{F70898BE-3C9F-BF93-BF17-B1B3781C805D}"/>
              </a:ext>
            </a:extLst>
          </p:cNvPr>
          <p:cNvSpPr/>
          <p:nvPr/>
        </p:nvSpPr>
        <p:spPr>
          <a:xfrm>
            <a:off x="6834774" y="20654051"/>
            <a:ext cx="1471026" cy="1266506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glow rad="228600">
              <a:schemeClr val="accent4">
                <a:lumMod val="60000"/>
                <a:lumOff val="40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E9BAD1DE-BE75-42C4-EFE8-3AFF1D7723B8}"/>
              </a:ext>
            </a:extLst>
          </p:cNvPr>
          <p:cNvSpPr txBox="1"/>
          <p:nvPr/>
        </p:nvSpPr>
        <p:spPr>
          <a:xfrm>
            <a:off x="5137640" y="22172324"/>
            <a:ext cx="50218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800" i="1" dirty="0" err="1">
                <a:ln w="9525">
                  <a:noFill/>
                </a:ln>
                <a:solidFill>
                  <a:schemeClr val="accent1">
                    <a:lumMod val="50000"/>
                  </a:schemeClr>
                </a:solidFill>
                <a:latin typeface="Myriad Pro" panose="020B0503030403020204" pitchFamily="34" charset="0"/>
                <a:ea typeface="+mj-ea"/>
                <a:cs typeface="+mj-cs"/>
              </a:rPr>
              <a:t>Scan</a:t>
            </a:r>
            <a:r>
              <a:rPr lang="it-IT" sz="2800" i="1" dirty="0">
                <a:ln w="9525">
                  <a:noFill/>
                </a:ln>
                <a:solidFill>
                  <a:schemeClr val="accent1">
                    <a:lumMod val="50000"/>
                  </a:schemeClr>
                </a:solidFill>
                <a:latin typeface="Myriad Pro" panose="020B0503030403020204" pitchFamily="34" charset="0"/>
                <a:ea typeface="+mj-ea"/>
                <a:cs typeface="+mj-cs"/>
              </a:rPr>
              <a:t> me for </a:t>
            </a:r>
            <a:r>
              <a:rPr lang="it-IT" sz="2800" i="1" dirty="0" err="1">
                <a:ln w="9525">
                  <a:noFill/>
                </a:ln>
                <a:solidFill>
                  <a:schemeClr val="accent1">
                    <a:lumMod val="50000"/>
                  </a:schemeClr>
                </a:solidFill>
                <a:latin typeface="Myriad Pro" panose="020B0503030403020204" pitchFamily="34" charset="0"/>
                <a:ea typeface="+mj-ea"/>
                <a:cs typeface="+mj-cs"/>
              </a:rPr>
              <a:t>results</a:t>
            </a:r>
            <a:r>
              <a:rPr lang="it-IT" sz="2800" i="1" dirty="0">
                <a:ln w="9525">
                  <a:noFill/>
                </a:ln>
                <a:solidFill>
                  <a:schemeClr val="accent1">
                    <a:lumMod val="50000"/>
                  </a:schemeClr>
                </a:solidFill>
                <a:latin typeface="Myriad Pro" panose="020B0503030403020204" pitchFamily="34" charset="0"/>
                <a:ea typeface="+mj-ea"/>
                <a:cs typeface="+mj-cs"/>
              </a:rPr>
              <a:t>!</a:t>
            </a:r>
            <a:endParaRPr lang="en-US" sz="2800" i="1" dirty="0">
              <a:ln w="9525">
                <a:noFill/>
              </a:ln>
              <a:solidFill>
                <a:schemeClr val="accent1">
                  <a:lumMod val="50000"/>
                </a:schemeClr>
              </a:solidFill>
              <a:latin typeface="Myriad Pro" panose="020B0503030403020204" pitchFamily="34" charset="0"/>
              <a:ea typeface="+mj-ea"/>
              <a:cs typeface="+mj-cs"/>
            </a:endParaRP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44E107E3-18F1-F848-B38C-4DA31B845A1D}"/>
              </a:ext>
            </a:extLst>
          </p:cNvPr>
          <p:cNvSpPr txBox="1"/>
          <p:nvPr/>
        </p:nvSpPr>
        <p:spPr>
          <a:xfrm>
            <a:off x="3585119" y="33094998"/>
            <a:ext cx="7429314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400" i="1" dirty="0">
                <a:solidFill>
                  <a:srgbClr val="002060"/>
                </a:solidFill>
                <a:latin typeface="Myriad Pro Cond" panose="020B0506030403020204" pitchFamily="34" charset="0"/>
              </a:rPr>
              <a:t>The project </a:t>
            </a:r>
            <a:r>
              <a:rPr lang="en-US" sz="2400" i="1" dirty="0" err="1">
                <a:solidFill>
                  <a:srgbClr val="002060"/>
                </a:solidFill>
                <a:latin typeface="Myriad Pro Cond" panose="020B0506030403020204" pitchFamily="34" charset="0"/>
              </a:rPr>
              <a:t>CResCO</a:t>
            </a:r>
            <a:r>
              <a:rPr lang="en-US" sz="2400" i="1" dirty="0">
                <a:solidFill>
                  <a:srgbClr val="002060"/>
                </a:solidFill>
                <a:latin typeface="Myriad Pro Cond" panose="020B0506030403020204" pitchFamily="34" charset="0"/>
              </a:rPr>
              <a:t> is </a:t>
            </a:r>
            <a:r>
              <a:rPr lang="en-US" sz="2400" i="1" dirty="0" err="1">
                <a:solidFill>
                  <a:srgbClr val="002060"/>
                </a:solidFill>
                <a:latin typeface="Myriad Pro Cond" panose="020B0506030403020204" pitchFamily="34" charset="0"/>
              </a:rPr>
              <a:t>cofunded</a:t>
            </a:r>
            <a:r>
              <a:rPr lang="en-US" sz="2400" i="1" dirty="0">
                <a:solidFill>
                  <a:srgbClr val="002060"/>
                </a:solidFill>
                <a:latin typeface="Myriad Pro Cond" panose="020B0506030403020204" pitchFamily="34" charset="0"/>
              </a:rPr>
              <a:t> by Engage 2 - SESAR 3 Knowledge Transfer Network (GRANT ID 101114648).</a:t>
            </a:r>
          </a:p>
        </p:txBody>
      </p:sp>
      <p:pic>
        <p:nvPicPr>
          <p:cNvPr id="47" name="Immagine 46">
            <a:extLst>
              <a:ext uri="{FF2B5EF4-FFF2-40B4-BE49-F238E27FC236}">
                <a16:creationId xmlns:a16="http://schemas.microsoft.com/office/drawing/2014/main" id="{DCEE087A-3964-FD9B-2CE3-6DD9E1278A1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81" y="32942936"/>
            <a:ext cx="2275464" cy="1047695"/>
          </a:xfrm>
          <a:prstGeom prst="rect">
            <a:avLst/>
          </a:prstGeom>
        </p:spPr>
      </p:pic>
      <p:pic>
        <p:nvPicPr>
          <p:cNvPr id="54" name="Immagine 53" descr="Immagine che contiene testo, logo, Carattere, Elementi grafici&#10;&#10;Descrizione generata automaticamente">
            <a:extLst>
              <a:ext uri="{FF2B5EF4-FFF2-40B4-BE49-F238E27FC236}">
                <a16:creationId xmlns:a16="http://schemas.microsoft.com/office/drawing/2014/main" id="{F53CB105-1D3D-C1D1-D2E2-47E405DE48C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6687" y="32690854"/>
            <a:ext cx="3735444" cy="1551858"/>
          </a:xfrm>
          <a:prstGeom prst="rect">
            <a:avLst/>
          </a:prstGeom>
        </p:spPr>
      </p:pic>
      <p:sp>
        <p:nvSpPr>
          <p:cNvPr id="192" name="Oval 14">
            <a:extLst>
              <a:ext uri="{FF2B5EF4-FFF2-40B4-BE49-F238E27FC236}">
                <a16:creationId xmlns:a16="http://schemas.microsoft.com/office/drawing/2014/main" id="{8EC056EC-31AC-12B9-4345-34AD91F4007F}"/>
              </a:ext>
            </a:extLst>
          </p:cNvPr>
          <p:cNvSpPr/>
          <p:nvPr/>
        </p:nvSpPr>
        <p:spPr>
          <a:xfrm>
            <a:off x="1404824" y="27224390"/>
            <a:ext cx="2340000" cy="2340000"/>
          </a:xfrm>
          <a:prstGeom prst="ellipse">
            <a:avLst/>
          </a:prstGeom>
          <a:noFill/>
          <a:ln w="57150" cap="rnd" cmpd="sng">
            <a:solidFill>
              <a:schemeClr val="accent4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308145"/>
                      <a:gd name="connsiteY0" fmla="*/ 1138184 h 2276368"/>
                      <a:gd name="connsiteX1" fmla="*/ 1154073 w 2308145"/>
                      <a:gd name="connsiteY1" fmla="*/ 0 h 2276368"/>
                      <a:gd name="connsiteX2" fmla="*/ 2308146 w 2308145"/>
                      <a:gd name="connsiteY2" fmla="*/ 1138184 h 2276368"/>
                      <a:gd name="connsiteX3" fmla="*/ 1154073 w 2308145"/>
                      <a:gd name="connsiteY3" fmla="*/ 2276368 h 2276368"/>
                      <a:gd name="connsiteX4" fmla="*/ 0 w 2308145"/>
                      <a:gd name="connsiteY4" fmla="*/ 1138184 h 22763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08145" h="2276368" fill="none" extrusionOk="0">
                        <a:moveTo>
                          <a:pt x="0" y="1138184"/>
                        </a:moveTo>
                        <a:cubicBezTo>
                          <a:pt x="134046" y="525484"/>
                          <a:pt x="568726" y="-107077"/>
                          <a:pt x="1154073" y="0"/>
                        </a:cubicBezTo>
                        <a:cubicBezTo>
                          <a:pt x="1641020" y="-23036"/>
                          <a:pt x="2205808" y="605932"/>
                          <a:pt x="2308146" y="1138184"/>
                        </a:cubicBezTo>
                        <a:cubicBezTo>
                          <a:pt x="2293727" y="1629283"/>
                          <a:pt x="1767095" y="2310214"/>
                          <a:pt x="1154073" y="2276368"/>
                        </a:cubicBezTo>
                        <a:cubicBezTo>
                          <a:pt x="548176" y="2293992"/>
                          <a:pt x="39461" y="1776274"/>
                          <a:pt x="0" y="1138184"/>
                        </a:cubicBezTo>
                        <a:close/>
                      </a:path>
                      <a:path w="2308145" h="2276368" stroke="0" extrusionOk="0">
                        <a:moveTo>
                          <a:pt x="0" y="1138184"/>
                        </a:moveTo>
                        <a:cubicBezTo>
                          <a:pt x="-21683" y="496207"/>
                          <a:pt x="394119" y="46005"/>
                          <a:pt x="1154073" y="0"/>
                        </a:cubicBezTo>
                        <a:cubicBezTo>
                          <a:pt x="1866783" y="15859"/>
                          <a:pt x="2232532" y="511986"/>
                          <a:pt x="2308146" y="1138184"/>
                        </a:cubicBezTo>
                        <a:cubicBezTo>
                          <a:pt x="2293042" y="1781536"/>
                          <a:pt x="1767067" y="2411139"/>
                          <a:pt x="1154073" y="2276368"/>
                        </a:cubicBezTo>
                        <a:cubicBezTo>
                          <a:pt x="480563" y="2256599"/>
                          <a:pt x="22039" y="1777316"/>
                          <a:pt x="0" y="113818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317500">
              <a:schemeClr val="accent4">
                <a:lumMod val="40000"/>
                <a:lumOff val="60000"/>
                <a:alpha val="40000"/>
              </a:schemeClr>
            </a:glow>
            <a:outerShdw blurRad="50800" dist="38100" dir="5400000" sx="102000" sy="102000" algn="t" rotWithShape="0">
              <a:schemeClr val="accent4">
                <a:lumMod val="60000"/>
                <a:lumOff val="40000"/>
                <a:alpha val="40000"/>
              </a:scheme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3" name="Oval 14">
            <a:extLst>
              <a:ext uri="{FF2B5EF4-FFF2-40B4-BE49-F238E27FC236}">
                <a16:creationId xmlns:a16="http://schemas.microsoft.com/office/drawing/2014/main" id="{CC4D9515-3EEC-BFEF-1E42-289EBE0665D7}"/>
              </a:ext>
            </a:extLst>
          </p:cNvPr>
          <p:cNvSpPr/>
          <p:nvPr/>
        </p:nvSpPr>
        <p:spPr>
          <a:xfrm>
            <a:off x="6496088" y="24581730"/>
            <a:ext cx="2340000" cy="2340000"/>
          </a:xfrm>
          <a:prstGeom prst="ellipse">
            <a:avLst/>
          </a:prstGeom>
          <a:noFill/>
          <a:ln w="57150" cap="rnd" cmpd="sng">
            <a:solidFill>
              <a:schemeClr val="accent4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308145"/>
                      <a:gd name="connsiteY0" fmla="*/ 1138184 h 2276368"/>
                      <a:gd name="connsiteX1" fmla="*/ 1154073 w 2308145"/>
                      <a:gd name="connsiteY1" fmla="*/ 0 h 2276368"/>
                      <a:gd name="connsiteX2" fmla="*/ 2308146 w 2308145"/>
                      <a:gd name="connsiteY2" fmla="*/ 1138184 h 2276368"/>
                      <a:gd name="connsiteX3" fmla="*/ 1154073 w 2308145"/>
                      <a:gd name="connsiteY3" fmla="*/ 2276368 h 2276368"/>
                      <a:gd name="connsiteX4" fmla="*/ 0 w 2308145"/>
                      <a:gd name="connsiteY4" fmla="*/ 1138184 h 22763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08145" h="2276368" fill="none" extrusionOk="0">
                        <a:moveTo>
                          <a:pt x="0" y="1138184"/>
                        </a:moveTo>
                        <a:cubicBezTo>
                          <a:pt x="134046" y="525484"/>
                          <a:pt x="568726" y="-107077"/>
                          <a:pt x="1154073" y="0"/>
                        </a:cubicBezTo>
                        <a:cubicBezTo>
                          <a:pt x="1641020" y="-23036"/>
                          <a:pt x="2205808" y="605932"/>
                          <a:pt x="2308146" y="1138184"/>
                        </a:cubicBezTo>
                        <a:cubicBezTo>
                          <a:pt x="2293727" y="1629283"/>
                          <a:pt x="1767095" y="2310214"/>
                          <a:pt x="1154073" y="2276368"/>
                        </a:cubicBezTo>
                        <a:cubicBezTo>
                          <a:pt x="548176" y="2293992"/>
                          <a:pt x="39461" y="1776274"/>
                          <a:pt x="0" y="1138184"/>
                        </a:cubicBezTo>
                        <a:close/>
                      </a:path>
                      <a:path w="2308145" h="2276368" stroke="0" extrusionOk="0">
                        <a:moveTo>
                          <a:pt x="0" y="1138184"/>
                        </a:moveTo>
                        <a:cubicBezTo>
                          <a:pt x="-21683" y="496207"/>
                          <a:pt x="394119" y="46005"/>
                          <a:pt x="1154073" y="0"/>
                        </a:cubicBezTo>
                        <a:cubicBezTo>
                          <a:pt x="1866783" y="15859"/>
                          <a:pt x="2232532" y="511986"/>
                          <a:pt x="2308146" y="1138184"/>
                        </a:cubicBezTo>
                        <a:cubicBezTo>
                          <a:pt x="2293042" y="1781536"/>
                          <a:pt x="1767067" y="2411139"/>
                          <a:pt x="1154073" y="2276368"/>
                        </a:cubicBezTo>
                        <a:cubicBezTo>
                          <a:pt x="480563" y="2256599"/>
                          <a:pt x="22039" y="1777316"/>
                          <a:pt x="0" y="113818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317500">
              <a:schemeClr val="accent4">
                <a:lumMod val="40000"/>
                <a:lumOff val="60000"/>
                <a:alpha val="40000"/>
              </a:schemeClr>
            </a:glow>
            <a:outerShdw blurRad="50800" dist="38100" dir="5400000" sx="102000" sy="102000" algn="t" rotWithShape="0">
              <a:schemeClr val="accent4">
                <a:lumMod val="60000"/>
                <a:lumOff val="40000"/>
                <a:alpha val="40000"/>
              </a:scheme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5" name="CasellaDiTesto 194">
            <a:extLst>
              <a:ext uri="{FF2B5EF4-FFF2-40B4-BE49-F238E27FC236}">
                <a16:creationId xmlns:a16="http://schemas.microsoft.com/office/drawing/2014/main" id="{757CABF2-F7EB-9783-2626-E9C6FC6A4AC3}"/>
              </a:ext>
            </a:extLst>
          </p:cNvPr>
          <p:cNvSpPr txBox="1"/>
          <p:nvPr/>
        </p:nvSpPr>
        <p:spPr>
          <a:xfrm>
            <a:off x="0" y="35366695"/>
            <a:ext cx="1527143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500" dirty="0" err="1">
                <a:solidFill>
                  <a:srgbClr val="002060"/>
                </a:solidFill>
              </a:rPr>
              <a:t>CResCO</a:t>
            </a:r>
            <a:r>
              <a:rPr lang="it-IT" sz="1500" dirty="0">
                <a:solidFill>
                  <a:srgbClr val="002060"/>
                </a:solidFill>
              </a:rPr>
              <a:t> project </a:t>
            </a:r>
            <a:r>
              <a:rPr lang="it-IT" sz="1500" dirty="0" err="1">
                <a:solidFill>
                  <a:srgbClr val="002060"/>
                </a:solidFill>
              </a:rPr>
              <a:t>is</a:t>
            </a:r>
            <a:r>
              <a:rPr lang="it-IT" sz="1500" dirty="0">
                <a:solidFill>
                  <a:srgbClr val="002060"/>
                </a:solidFill>
              </a:rPr>
              <a:t> </a:t>
            </a:r>
            <a:r>
              <a:rPr lang="it-IT" sz="1500" dirty="0" err="1">
                <a:solidFill>
                  <a:srgbClr val="002060"/>
                </a:solidFill>
              </a:rPr>
              <a:t>supervised</a:t>
            </a:r>
            <a:r>
              <a:rPr lang="it-IT" sz="1500" dirty="0">
                <a:solidFill>
                  <a:srgbClr val="002060"/>
                </a:solidFill>
              </a:rPr>
              <a:t> by Professor Riccardo Patriarca (Sapienza University of Rome),</a:t>
            </a:r>
          </a:p>
          <a:p>
            <a:pPr algn="ctr"/>
            <a:r>
              <a:rPr lang="it-IT" sz="1500" dirty="0">
                <a:solidFill>
                  <a:srgbClr val="002060"/>
                </a:solidFill>
              </a:rPr>
              <a:t> </a:t>
            </a:r>
            <a:r>
              <a:rPr lang="it-IT" sz="1500" dirty="0" err="1">
                <a:solidFill>
                  <a:srgbClr val="002060"/>
                </a:solidFill>
              </a:rPr>
              <a:t>supported</a:t>
            </a:r>
            <a:r>
              <a:rPr lang="it-IT" sz="1500" dirty="0">
                <a:solidFill>
                  <a:srgbClr val="002060"/>
                </a:solidFill>
              </a:rPr>
              <a:t> by </a:t>
            </a:r>
            <a:r>
              <a:rPr lang="it-IT" sz="1500" dirty="0" err="1">
                <a:solidFill>
                  <a:srgbClr val="002060"/>
                </a:solidFill>
              </a:rPr>
              <a:t>mentors</a:t>
            </a:r>
            <a:r>
              <a:rPr lang="it-IT" sz="1500" dirty="0">
                <a:solidFill>
                  <a:srgbClr val="002060"/>
                </a:solidFill>
              </a:rPr>
              <a:t> Damiano Taurino, PhD (Deep Blue), Professor </a:t>
            </a:r>
            <a:r>
              <a:rPr lang="it-IT" sz="1500" dirty="0" err="1">
                <a:solidFill>
                  <a:srgbClr val="002060"/>
                </a:solidFill>
              </a:rPr>
              <a:t>Fedja</a:t>
            </a:r>
            <a:r>
              <a:rPr lang="it-IT" sz="1500" dirty="0">
                <a:solidFill>
                  <a:srgbClr val="002060"/>
                </a:solidFill>
              </a:rPr>
              <a:t> </a:t>
            </a:r>
            <a:r>
              <a:rPr lang="it-IT" sz="1500" dirty="0" err="1">
                <a:solidFill>
                  <a:srgbClr val="002060"/>
                </a:solidFill>
              </a:rPr>
              <a:t>Netjasov</a:t>
            </a:r>
            <a:r>
              <a:rPr lang="it-IT" sz="1500" dirty="0">
                <a:solidFill>
                  <a:srgbClr val="002060"/>
                </a:solidFill>
              </a:rPr>
              <a:t> (University of </a:t>
            </a:r>
            <a:r>
              <a:rPr lang="it-IT" sz="1500" dirty="0" err="1">
                <a:solidFill>
                  <a:srgbClr val="002060"/>
                </a:solidFill>
              </a:rPr>
              <a:t>Belgrade</a:t>
            </a:r>
            <a:r>
              <a:rPr lang="it-IT" sz="1500" dirty="0">
                <a:solidFill>
                  <a:srgbClr val="002060"/>
                </a:solidFill>
              </a:rPr>
              <a:t>). </a:t>
            </a:r>
            <a:r>
              <a:rPr lang="it-IT" sz="1500" dirty="0" err="1">
                <a:solidFill>
                  <a:srgbClr val="002060"/>
                </a:solidFill>
              </a:rPr>
              <a:t>UrbanV</a:t>
            </a:r>
            <a:r>
              <a:rPr lang="it-IT" sz="1500" dirty="0">
                <a:solidFill>
                  <a:srgbClr val="002060"/>
                </a:solidFill>
              </a:rPr>
              <a:t> </a:t>
            </a:r>
            <a:r>
              <a:rPr lang="it-IT" sz="1500" dirty="0" err="1">
                <a:solidFill>
                  <a:srgbClr val="002060"/>
                </a:solidFill>
              </a:rPr>
              <a:t>is</a:t>
            </a:r>
            <a:r>
              <a:rPr lang="it-IT" sz="1500" dirty="0">
                <a:solidFill>
                  <a:srgbClr val="002060"/>
                </a:solidFill>
              </a:rPr>
              <a:t> an industrial partner </a:t>
            </a:r>
            <a:r>
              <a:rPr lang="it-IT" sz="1500" dirty="0" err="1">
                <a:solidFill>
                  <a:srgbClr val="002060"/>
                </a:solidFill>
              </a:rPr>
              <a:t>supporting</a:t>
            </a:r>
            <a:r>
              <a:rPr lang="it-IT" sz="1500" dirty="0">
                <a:solidFill>
                  <a:srgbClr val="002060"/>
                </a:solidFill>
              </a:rPr>
              <a:t> the project.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538F947-6B93-8A7C-29B0-7C3AC143624D}"/>
              </a:ext>
            </a:extLst>
          </p:cNvPr>
          <p:cNvSpPr txBox="1"/>
          <p:nvPr/>
        </p:nvSpPr>
        <p:spPr>
          <a:xfrm>
            <a:off x="1" y="34122838"/>
            <a:ext cx="1527143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400" b="1" i="1" dirty="0">
                <a:solidFill>
                  <a:srgbClr val="002060"/>
                </a:solidFill>
                <a:latin typeface="Myriad Pro Cond" panose="020B0506030403020204" pitchFamily="34" charset="0"/>
              </a:rPr>
              <a:t>Andrea Montaruli, MSc</a:t>
            </a:r>
          </a:p>
          <a:p>
            <a:pPr algn="ctr"/>
            <a:r>
              <a:rPr lang="en-US" sz="2400" i="1" dirty="0">
                <a:solidFill>
                  <a:srgbClr val="002060"/>
                </a:solidFill>
                <a:latin typeface="Myriad Pro Cond" panose="020B0506030403020204" pitchFamily="34" charset="0"/>
              </a:rPr>
              <a:t>Sapienza University of Rome, Department of Mechanical and Aerospace Engineering</a:t>
            </a:r>
          </a:p>
          <a:p>
            <a:pPr algn="ctr"/>
            <a:r>
              <a:rPr lang="en-US" sz="2400" i="1" dirty="0">
                <a:solidFill>
                  <a:srgbClr val="002060"/>
                </a:solidFill>
                <a:latin typeface="Myriad Pro Cond" panose="020B0506030403020204" pitchFamily="34" charset="0"/>
              </a:rPr>
              <a:t>andrea.montaruli@uniroma1.it</a:t>
            </a:r>
          </a:p>
        </p:txBody>
      </p:sp>
      <p:pic>
        <p:nvPicPr>
          <p:cNvPr id="11" name="Elemento grafico 10" descr="Freccia linea: leggera curva con riempimento a tinta unita">
            <a:extLst>
              <a:ext uri="{FF2B5EF4-FFF2-40B4-BE49-F238E27FC236}">
                <a16:creationId xmlns:a16="http://schemas.microsoft.com/office/drawing/2014/main" id="{2215C35B-5766-75A7-1B82-F18A4EA920D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1193085" flipH="1" flipV="1">
            <a:off x="9893722" y="25305177"/>
            <a:ext cx="1741779" cy="1741779"/>
          </a:xfrm>
          <a:prstGeom prst="rect">
            <a:avLst/>
          </a:prstGeom>
        </p:spPr>
      </p:pic>
      <p:pic>
        <p:nvPicPr>
          <p:cNvPr id="12" name="Elemento grafico 11" descr="Freccia linea: leggera curva con riempimento a tinta unita">
            <a:extLst>
              <a:ext uri="{FF2B5EF4-FFF2-40B4-BE49-F238E27FC236}">
                <a16:creationId xmlns:a16="http://schemas.microsoft.com/office/drawing/2014/main" id="{D5141744-E0DE-A306-4298-193E63FB372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10222112" flipH="1">
            <a:off x="2776717" y="24934074"/>
            <a:ext cx="1936212" cy="193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6080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358</TotalTime>
  <Words>231</Words>
  <Application>Microsoft Office PowerPoint</Application>
  <PresentationFormat>Personalizzato</PresentationFormat>
  <Paragraphs>28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Myriad Pro</vt:lpstr>
      <vt:lpstr>Myriad Pro Cond</vt:lpstr>
      <vt:lpstr>Kantoorthema</vt:lpstr>
      <vt:lpstr>CResCO  Cyber Resilience for Complex AAM Operations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Logo here</dc:title>
  <dc:creator>Nick Buyens</dc:creator>
  <cp:lastModifiedBy>Andrea Montaruli</cp:lastModifiedBy>
  <cp:revision>77</cp:revision>
  <dcterms:created xsi:type="dcterms:W3CDTF">2023-09-18T13:42:27Z</dcterms:created>
  <dcterms:modified xsi:type="dcterms:W3CDTF">2025-11-05T19:21:58Z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fbae739-7e05-4265-80d7-c73ef6dc7a63_Enabled">
    <vt:lpwstr>true</vt:lpwstr>
  </property>
  <property fmtid="{D5CDD505-2E9C-101B-9397-08002B2CF9AE}" pid="3" name="MSIP_Label_dfbae739-7e05-4265-80d7-c73ef6dc7a63_SetDate">
    <vt:lpwstr>2023-09-28T09:40:28Z</vt:lpwstr>
  </property>
  <property fmtid="{D5CDD505-2E9C-101B-9397-08002B2CF9AE}" pid="4" name="MSIP_Label_dfbae739-7e05-4265-80d7-c73ef6dc7a63_Method">
    <vt:lpwstr>Privileged</vt:lpwstr>
  </property>
  <property fmtid="{D5CDD505-2E9C-101B-9397-08002B2CF9AE}" pid="5" name="MSIP_Label_dfbae739-7e05-4265-80d7-c73ef6dc7a63_Name">
    <vt:lpwstr>dfbae739-7e05-4265-80d7-c73ef6dc7a63</vt:lpwstr>
  </property>
  <property fmtid="{D5CDD505-2E9C-101B-9397-08002B2CF9AE}" pid="6" name="MSIP_Label_dfbae739-7e05-4265-80d7-c73ef6dc7a63_SiteId">
    <vt:lpwstr>31ae1cef-2393-4eb1-8962-4e4bbfccd663</vt:lpwstr>
  </property>
  <property fmtid="{D5CDD505-2E9C-101B-9397-08002B2CF9AE}" pid="7" name="MSIP_Label_dfbae739-7e05-4265-80d7-c73ef6dc7a63_ActionId">
    <vt:lpwstr>50196592-0d83-4e0f-9730-d31292ea6021</vt:lpwstr>
  </property>
  <property fmtid="{D5CDD505-2E9C-101B-9397-08002B2CF9AE}" pid="8" name="MSIP_Label_dfbae739-7e05-4265-80d7-c73ef6dc7a63_ContentBits">
    <vt:lpwstr>0</vt:lpwstr>
  </property>
</Properties>
</file>